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0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5120640"/>
            <a:ext cx="2194560" cy="2194560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zensar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991346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286000"/>
            <a:ext cx="78638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Module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005840" cy="82296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7680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How Zensar Content Studio is built:
the layers, the modules and what each one does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What the app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Three tools, one local engine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Projects</a:t>
            </a:r>
            <a:r>
              <a:rPr sz="1800">
                <a:solidFill>
                  <a:srgbClr val="1A1A1A"/>
                </a:solidFill>
                <a:latin typeface="Arial"/>
              </a:rPr>
              <a:t> — documents, demo videos and code repositories become an editable PowerPoint, brand visuals and a narrated video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Research Papers</a:t>
            </a:r>
            <a:r>
              <a:rPr sz="1800">
                <a:solidFill>
                  <a:srgbClr val="1A1A1A"/>
                </a:solidFill>
                <a:latin typeface="Arial"/>
              </a:rPr>
              <a:t> — a paper is re-formatted for Springer Nature, LNCS, Elsevier, IEEE, ACM or APA (LaTeX, Word, PDF, BibTeX)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Brand Documents</a:t>
            </a:r>
            <a:r>
              <a:rPr sz="1800">
                <a:solidFill>
                  <a:srgbClr val="1A1A1A"/>
                </a:solidFill>
                <a:latin typeface="Arial"/>
              </a:rPr>
              <a:t> — any document becomes a branded white paper designed like a reference PDF, with images created for its content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Private</a:t>
            </a:r>
            <a:r>
              <a:rPr sz="1800">
                <a:solidFill>
                  <a:srgbClr val="1A1A1A"/>
                </a:solidFill>
                <a:latin typeface="Arial"/>
              </a:rPr>
              <a:t> — everything runs on this computer; documents never leave it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Faithful</a:t>
            </a:r>
            <a:r>
              <a:rPr sz="1800">
                <a:solidFill>
                  <a:srgbClr val="1A1A1A"/>
                </a:solidFill>
                <a:latin typeface="Arial"/>
              </a:rPr>
              <a:t> — every statement is traced to its source; numbers are checked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Browser interface → local server → engine modules → local AI and storage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10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Browser — React interface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Arial"/>
              </a:rPr>
              <a:t>Dashboard · Projects · Research Papers · Brand Documents · Templates · Media Library · Brand Manager · Settings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514600"/>
            <a:ext cx="0" cy="22860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74320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FastAPI server — api/ (REST endpoints)  +  pipeline/ (background jobs, orchestrator)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383280"/>
            <a:ext cx="0" cy="22860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ingestion
extraction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read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7672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intelligence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search ·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llm
planning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write ·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5736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rendering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slides · images · video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papers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publisher formats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branddocs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branded PDFs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branding · media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brand rules ·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41864" y="3611880"/>
            <a:ext cx="1344168" cy="11430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storage · utils</a:t>
            </a:r>
          </a:p>
          <a:p>
            <a:pPr algn="ctr"/>
            <a:r>
              <a:rPr sz="950">
                <a:solidFill>
                  <a:srgbClr val="1A1A1A"/>
                </a:solidFill>
                <a:latin typeface="Arial"/>
              </a:rPr>
              <a:t>SQLite · privacy guard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4754880"/>
            <a:ext cx="0" cy="32004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4754880"/>
            <a:ext cx="0" cy="32004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18320" y="4754880"/>
            <a:ext cx="0" cy="32004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507492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Ollama (localhost)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Arial"/>
              </a:rPr>
              <a:t>Qwen 2.5 writing AI · qwen2.5vl vision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507492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Image worker (own process)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Arial"/>
              </a:rPr>
              <a:t>Stable Diffusion · DreamShaper 8 LCM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07492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Local files + SQLite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Arial"/>
              </a:rPr>
              <a:t>data/ · outputs/ · projects/ · models/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Interface modules (frontend/src)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React 18 · TypeScript · Tailwind CSS · Vite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pages/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One screen each: Dashboard, NewProject, Projects, ProjectDetail, ResearchPapers, PaperDetail, BrandDocuments, BrandDocDetail, Templates, MediaLibrary, Brands, BrandEditor, Settings, Welcome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components/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Shared building blocks: buttons/cards/tabs (ui), FileDrop, JobProgress, Presenter, SlideEditor, VideoEditor, MediaPicker, TemplateGallery, OutputPanels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layouts/AppLayout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The frame: left menu, page header, system status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services/api.ts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Every call from the screens to the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App.tsx / main.tsx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Which page shows for which address; starting the app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dist/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The ready-built interface, served by the server (no Node.js needed)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Server and API (backend/main.py, backend/api)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Every screen talks to one API module; long work runs as a background job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Responsibility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main.py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Starts FastAPI/Uvicorn, registers every API, serves the interface, installs the privacy guard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documents · projects ·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Upload sources, manage projects, start generation jobs and report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papers · branddocs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Research Papers and Brand Documents: convert, review, re-export, download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brands · templates ·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Brand profiles, template analysis, Media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video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Video editor: timeline, script import, rendering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Settings and system status (AI, models, voices, FFmpeg,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pipeline/jobs · orchestrator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Runs jobs one at a time in the background, stage by stage, with real progress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Reading documents — ingestion &amp;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backend/ingestion · backend/extraction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Adapters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pdf · docx · pptx · html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markdown · txt · video · repo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PDF reading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PyMuPDF: columns, headers,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hyphens, tables, figures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OCR (optional)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RapidOCR for scanned pages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Structure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sections, section types,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title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Result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typed blocks with page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numbers (provenance)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Understanding —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backend/intelligence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Chunking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small passages that keep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page and section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Embeddings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MiniLM on ONNX Runtime: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meaning as numbers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Retrieval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FAISS vector search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Relevance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instruction + structure +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semantics + keywords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Verification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every claim checked;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numbers must match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Writing and planning — llm &amp;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backend/llm · backend/planning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Local AI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Ollama · Qwen 2.5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(localhost only)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Prompts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versioned templates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llm/prompts/*.txt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Structured output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JSON → validate (Pydantic)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→ repair / retry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Content contract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instruction → precise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specification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Planners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content · slides · visuals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· video · script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Drawing — rendering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backend/rendering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Layout engine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semantic layout + brand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tokens → positions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Scene graph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one drawing description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for every output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PowerPoint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python-pptx: native,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editable slides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Images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Pillow / Matplotlib PNG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+ SVG vectors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Video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motion, narration (SAPI),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music, FFmpeg → MP4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Brand and media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498079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branding/brand_profile · theme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Brand values from official sources; missing values get labelled neutral fall-backs, never guesses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branding/presets · template_parser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Design presets from brand colours; reading PowerPoint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branding/social · reference_analyzer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Zensar 'Experience' design language; colour suggestions from brand images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rendering/motifs · experience ·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Zensar shape language, cover/divider designs, modular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media/library · treatment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Media Library (stored once, with licence); crops, tints, borders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media/online · query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Licensed image search, off by default; only generic words are 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vision/keyframes · describe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Scenes of demo videos; descriptions by a local vision model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Research Papers module (backend/papers)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service.py runs the job; model.py is the shared paper description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Readers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PDF · Word · LaTeX ·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Markdown / text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Structure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title, authors, abstract,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sections, statements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References + citations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rule-based parsing;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links [1] / (Smith, 2020)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Formats + CSL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publisher rules;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citations by citeproc-py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Writers + checks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LaTeX · Word · PDF ·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BibTeX · report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Brand Documents module (backend/branddocs)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service.py runs the job; model.py describes a template; fonts.py picks Graphik or the fall-back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reference.py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learns the template from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a reference PDF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content.py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reads the document into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sections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fit.py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condenses / expands to the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reference length (local AI)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imagegen + worker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scene descriptions →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Stable Diffusion → grading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compose.py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lays out pages like the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reference (ReportLab)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Storage, utilities and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storage/database · models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Local SQLite database: projects, jobs, settings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utils/config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Settings from .env: folders, port,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utils/network_guard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Blocks every outgoing connection except this computer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utils/logging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Logs counts and timings only, never document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utils/files · progress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Safe file paths; progress messages for long steps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services/documents ·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Read an upload once and cache it; GitHub import on request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AI models and key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84048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Writing AI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Qwen 2.5 7B / 3B via Ollama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Apache-2.0; 7B chosen on GPUs with 8 GB+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Image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DreamShaper 8 LCM (SD 1.5) · Diffusers · PyTorch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OpenRAIL-M; GPU (CUDA 12.4) or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Meaning search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all-MiniLM-L6-v2 · ONNX Runtime · FAISS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90 MB, CPU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Vision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qwen2.5vl:3b via 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describes demo-video scenes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Documents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PyMuPDF · python-docx · python-pptx · BeautifulSoup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reading every format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ReportLab · python-pptx · Pillow · Matplotlib · FFmpeg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PDF, PowerPoint, images,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Papers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citeproc-py + CSL · bibtexparser · pylatexenc · Jinja2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official publisher styles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Server /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FastAPI · Uvicorn · Pydantic · SQLite / React · Tailwind ·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local web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Deployment — start.bat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scripts/bootstrap.ps1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Checks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port, VC++ runtime,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Python 3.10–3.12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Packages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pip online, or the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GitHub offline bundle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Models + UI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embeddings; prebuilt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interface or npm build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AI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GPU → CUDA PyTorch +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image model; Ollama + Qwen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Start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system check, server,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browser at :8000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D6E71"/>
                </a:solidFill>
                <a:latin typeface="Arial"/>
              </a:rPr>
              <a:t>Behind a corporate proxy, packages and models come from github.com/V-JasonEmmanuel/Zen-TMT-offline over git, checked with SHA-256.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Every module is local, traceable and replaceable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Zensar Content Studio  |  Module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